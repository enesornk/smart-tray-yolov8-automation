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61" r:id="rId3"/>
    <p:sldId id="262" r:id="rId4"/>
    <p:sldId id="259" r:id="rId5"/>
    <p:sldId id="260" r:id="rId6"/>
    <p:sldId id="258" r:id="rId7"/>
  </p:sldIdLst>
  <p:sldSz cx="12192000" cy="6858000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9" d="100"/>
          <a:sy n="79" d="100"/>
        </p:scale>
        <p:origin x="82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308E215E-6888-36AA-CA66-A450EDE720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Alt Başlık 2">
            <a:extLst>
              <a:ext uri="{FF2B5EF4-FFF2-40B4-BE49-F238E27FC236}">
                <a16:creationId xmlns:a16="http://schemas.microsoft.com/office/drawing/2014/main" id="{981A7A55-0B15-BF6D-45C5-61BA16A338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tr-TR"/>
              <a:t>Asıl alt başlık stilini düzenlemek için tıklayın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B4691F58-4A30-7867-76F7-4E248DD833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C4929D-FDFA-4068-B1F5-FCDFC61C616D}" type="datetimeFigureOut">
              <a:rPr lang="tr-TR" smtClean="0"/>
              <a:t>17.12.2025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318C6C61-597F-7213-EB61-F4743A3C91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5D12CB71-A7F7-4F04-AC40-38A62C8047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555985-55C4-4D1E-841C-1D2BD599C0EC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939691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5EAAB12B-BA8E-4036-73E4-1E2A14604C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1FC776D9-F201-8BB0-254A-99AD3CC59B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3B966B1A-CCB5-1572-F350-D4FA5D1CC1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C4929D-FDFA-4068-B1F5-FCDFC61C616D}" type="datetimeFigureOut">
              <a:rPr lang="tr-TR" smtClean="0"/>
              <a:t>17.12.2025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2157D2D2-00C4-71B5-3B79-281AF21ECD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59F42C20-8971-305F-754C-26F393509C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555985-55C4-4D1E-841C-1D2BD599C0EC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781392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 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5E643C8F-2279-8FB9-FDA9-88106F2CAE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FE40392C-6190-FD97-2B63-46355CE590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08884605-8250-1DF6-F6DC-8195092A8B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C4929D-FDFA-4068-B1F5-FCDFC61C616D}" type="datetimeFigureOut">
              <a:rPr lang="tr-TR" smtClean="0"/>
              <a:t>17.12.2025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F9F8C20D-6FEE-C2D3-A031-EDC000A329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C593136D-4A6C-E74D-B041-4E295B6AE9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555985-55C4-4D1E-841C-1D2BD599C0EC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485409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E8EBD921-165E-F4DA-DDB3-597A5B11F8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18567184-FF71-B2C8-2C11-E070F6A02CB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2FE65E47-0B25-7B7E-5165-E3FB25D75F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0C182C29-FF8A-07F6-4E66-AD0FCB3C31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C4929D-FDFA-4068-B1F5-FCDFC61C616D}" type="datetimeFigureOut">
              <a:rPr lang="tr-TR" smtClean="0"/>
              <a:t>17.12.2025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B33D046D-92F6-F04F-84AE-6D9490446C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19D7B94A-83AB-0DC4-8676-5C01E53333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555985-55C4-4D1E-841C-1D2BD599C0EC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2074665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7F99D570-8F70-D169-2174-555096B12E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B36A72F9-47F9-9415-0E07-2F09F56D2A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CDA8795C-2EB0-A1AD-DF44-E375404578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Metin Yer Tutucusu 4">
            <a:extLst>
              <a:ext uri="{FF2B5EF4-FFF2-40B4-BE49-F238E27FC236}">
                <a16:creationId xmlns:a16="http://schemas.microsoft.com/office/drawing/2014/main" id="{9ACB856B-1B44-F068-65D9-EF50D3A503C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6" name="İçerik Yer Tutucusu 5">
            <a:extLst>
              <a:ext uri="{FF2B5EF4-FFF2-40B4-BE49-F238E27FC236}">
                <a16:creationId xmlns:a16="http://schemas.microsoft.com/office/drawing/2014/main" id="{73953D37-EE48-5D70-C764-C73A3557C27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7" name="Veri Yer Tutucusu 6">
            <a:extLst>
              <a:ext uri="{FF2B5EF4-FFF2-40B4-BE49-F238E27FC236}">
                <a16:creationId xmlns:a16="http://schemas.microsoft.com/office/drawing/2014/main" id="{61682BED-9D35-83A7-F75B-BCC91843B0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C4929D-FDFA-4068-B1F5-FCDFC61C616D}" type="datetimeFigureOut">
              <a:rPr lang="tr-TR" smtClean="0"/>
              <a:t>17.12.2025</a:t>
            </a:fld>
            <a:endParaRPr lang="tr-TR"/>
          </a:p>
        </p:txBody>
      </p:sp>
      <p:sp>
        <p:nvSpPr>
          <p:cNvPr id="8" name="Alt Bilgi Yer Tutucusu 7">
            <a:extLst>
              <a:ext uri="{FF2B5EF4-FFF2-40B4-BE49-F238E27FC236}">
                <a16:creationId xmlns:a16="http://schemas.microsoft.com/office/drawing/2014/main" id="{7FC30D7B-75E5-2216-D722-11D4417D16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Slayt Numarası Yer Tutucusu 8">
            <a:extLst>
              <a:ext uri="{FF2B5EF4-FFF2-40B4-BE49-F238E27FC236}">
                <a16:creationId xmlns:a16="http://schemas.microsoft.com/office/drawing/2014/main" id="{4939383A-5A8F-F804-79FF-3178C4CF2B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555985-55C4-4D1E-841C-1D2BD599C0EC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1197690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60B38A7E-43C6-0CF5-4441-1CCF1847DF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Veri Yer Tutucusu 2">
            <a:extLst>
              <a:ext uri="{FF2B5EF4-FFF2-40B4-BE49-F238E27FC236}">
                <a16:creationId xmlns:a16="http://schemas.microsoft.com/office/drawing/2014/main" id="{5707A9C2-7BD8-BDDF-D533-144EF64A7E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C4929D-FDFA-4068-B1F5-FCDFC61C616D}" type="datetimeFigureOut">
              <a:rPr lang="tr-TR" smtClean="0"/>
              <a:t>17.12.2025</a:t>
            </a:fld>
            <a:endParaRPr lang="tr-TR"/>
          </a:p>
        </p:txBody>
      </p:sp>
      <p:sp>
        <p:nvSpPr>
          <p:cNvPr id="4" name="Alt Bilgi Yer Tutucusu 3">
            <a:extLst>
              <a:ext uri="{FF2B5EF4-FFF2-40B4-BE49-F238E27FC236}">
                <a16:creationId xmlns:a16="http://schemas.microsoft.com/office/drawing/2014/main" id="{A6C1514C-6B76-DD2A-2761-5D06BD60B0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Slayt Numarası Yer Tutucusu 4">
            <a:extLst>
              <a:ext uri="{FF2B5EF4-FFF2-40B4-BE49-F238E27FC236}">
                <a16:creationId xmlns:a16="http://schemas.microsoft.com/office/drawing/2014/main" id="{F4F66967-60AB-4845-7AD0-15A0A6A0C1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555985-55C4-4D1E-841C-1D2BD599C0EC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7891291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i Yer Tutucusu 1">
            <a:extLst>
              <a:ext uri="{FF2B5EF4-FFF2-40B4-BE49-F238E27FC236}">
                <a16:creationId xmlns:a16="http://schemas.microsoft.com/office/drawing/2014/main" id="{FF367B16-C54D-1B54-D776-191FC763C4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C4929D-FDFA-4068-B1F5-FCDFC61C616D}" type="datetimeFigureOut">
              <a:rPr lang="tr-TR" smtClean="0"/>
              <a:t>17.12.2025</a:t>
            </a:fld>
            <a:endParaRPr lang="tr-TR"/>
          </a:p>
        </p:txBody>
      </p:sp>
      <p:sp>
        <p:nvSpPr>
          <p:cNvPr id="3" name="Alt Bilgi Yer Tutucusu 2">
            <a:extLst>
              <a:ext uri="{FF2B5EF4-FFF2-40B4-BE49-F238E27FC236}">
                <a16:creationId xmlns:a16="http://schemas.microsoft.com/office/drawing/2014/main" id="{2C42DD01-36FA-FDB0-9F4A-6950C3B8D3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82A2CDA5-A914-7824-A387-31FC01DBDB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555985-55C4-4D1E-841C-1D2BD599C0EC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6543566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A5904C12-3347-4318-4D0D-C2839A4BD4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560676D7-5EA0-D905-D3B1-C728FC995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Metin Yer Tutucusu 3">
            <a:extLst>
              <a:ext uri="{FF2B5EF4-FFF2-40B4-BE49-F238E27FC236}">
                <a16:creationId xmlns:a16="http://schemas.microsoft.com/office/drawing/2014/main" id="{606F7FFD-A8A1-6134-0267-C53C70CE3D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384BDCB1-F7A6-B28C-E10E-6B15BECC86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C4929D-FDFA-4068-B1F5-FCDFC61C616D}" type="datetimeFigureOut">
              <a:rPr lang="tr-TR" smtClean="0"/>
              <a:t>17.12.2025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13DED612-6AC5-A149-647C-7F347CFB2B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58B340E4-DFC7-52EC-CB7D-8D03F24F52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555985-55C4-4D1E-841C-1D2BD599C0EC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2792000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48EE8BD4-A373-6CF2-FCD4-D67B63A5F6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Resim Yer Tutucusu 2">
            <a:extLst>
              <a:ext uri="{FF2B5EF4-FFF2-40B4-BE49-F238E27FC236}">
                <a16:creationId xmlns:a16="http://schemas.microsoft.com/office/drawing/2014/main" id="{8C0538AA-A2B3-9DA3-6AED-D4E635AE98F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r-TR"/>
          </a:p>
        </p:txBody>
      </p:sp>
      <p:sp>
        <p:nvSpPr>
          <p:cNvPr id="4" name="Metin Yer Tutucusu 3">
            <a:extLst>
              <a:ext uri="{FF2B5EF4-FFF2-40B4-BE49-F238E27FC236}">
                <a16:creationId xmlns:a16="http://schemas.microsoft.com/office/drawing/2014/main" id="{4BCDB0E3-5FAD-4D70-3024-0A2D32B2D0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4939D9EC-B204-03E7-A2DB-0A8B61E3BB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C4929D-FDFA-4068-B1F5-FCDFC61C616D}" type="datetimeFigureOut">
              <a:rPr lang="tr-TR" smtClean="0"/>
              <a:t>17.12.2025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5F525EBE-C39A-9D79-D78B-6613869AAA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AC4FF184-48E9-D496-B68B-EC2122D077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555985-55C4-4D1E-841C-1D2BD599C0EC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8281232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 ve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4311F3AF-1947-F5A4-3A02-BDC46DA8FB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Dikey Metin Yer Tutucusu 2">
            <a:extLst>
              <a:ext uri="{FF2B5EF4-FFF2-40B4-BE49-F238E27FC236}">
                <a16:creationId xmlns:a16="http://schemas.microsoft.com/office/drawing/2014/main" id="{F0EB27F0-5BAC-AAE2-D49C-2682E72979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BBD13A7A-5ECD-13BE-FF21-F1D20CD084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C4929D-FDFA-4068-B1F5-FCDFC61C616D}" type="datetimeFigureOut">
              <a:rPr lang="tr-TR" smtClean="0"/>
              <a:t>17.12.2025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57989259-777E-2C7F-8A43-1E5493861A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565A8BFD-2573-E2B5-E06C-42F2244E09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555985-55C4-4D1E-841C-1D2BD599C0EC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3712943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ey Başlık 1">
            <a:extLst>
              <a:ext uri="{FF2B5EF4-FFF2-40B4-BE49-F238E27FC236}">
                <a16:creationId xmlns:a16="http://schemas.microsoft.com/office/drawing/2014/main" id="{4D006435-08E2-6D40-0BA4-E841FA577D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Dikey Metin Yer Tutucusu 2">
            <a:extLst>
              <a:ext uri="{FF2B5EF4-FFF2-40B4-BE49-F238E27FC236}">
                <a16:creationId xmlns:a16="http://schemas.microsoft.com/office/drawing/2014/main" id="{DE1383D0-15B8-62AA-F44A-EE0887A178E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EB5504BB-9087-A34B-E7BF-5776E7A9A4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C4929D-FDFA-4068-B1F5-FCDFC61C616D}" type="datetimeFigureOut">
              <a:rPr lang="tr-TR" smtClean="0"/>
              <a:t>17.12.2025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05E01AAA-7B2D-635D-2C8E-A010ABF06C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29A10A0A-8815-4908-4B0A-357199327D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555985-55C4-4D1E-841C-1D2BD599C0EC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9289128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Yer Tutucusu 1">
            <a:extLst>
              <a:ext uri="{FF2B5EF4-FFF2-40B4-BE49-F238E27FC236}">
                <a16:creationId xmlns:a16="http://schemas.microsoft.com/office/drawing/2014/main" id="{F71E62AD-F5EF-62F4-B355-53FD63BA63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7EDD6983-2394-4A86-09EA-8B20C4CC4A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102BCA60-231C-DC20-28CE-F0C8AD2CAA8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BC4929D-FDFA-4068-B1F5-FCDFC61C616D}" type="datetimeFigureOut">
              <a:rPr lang="tr-TR" smtClean="0"/>
              <a:t>17.12.2025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5D06DF8F-830F-136D-5FDF-6E852E5225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BC0256A6-0D77-70BF-195C-0A6462DFF5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5555985-55C4-4D1E-841C-1D2BD599C0EC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0830712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 descr="metin, yazılım, multimedya yazılımı, web sayfası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203F4761-8D9B-C0F9-9F28-4319B33B65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03333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 descr="metin, yazılım, multimedya yazılımı, bilgisayar simgesi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44156939-3177-9F2A-C680-C3B6429709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01468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 descr="metin, yazılım, bilgisayar simgesi, multimedya yazılımı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5F717722-B28A-BD6A-E5E1-8006605117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18622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 descr="metin, yazılım, multimedya yazılımı, bilgisayar simgesi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CF58970F-1489-E1C3-D67E-44CCF16765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70464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 descr="metin, yazılım, web sayfası, multimedya yazılımı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54A6F3C5-C755-ADD2-F202-A2451BB8D1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86420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 descr="metin, yazılım, multimedya yazılımı, bilgisayar simgesi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83AC2788-7ABD-918B-EE94-BBB0986522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40645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0</Words>
  <Application>Microsoft Office PowerPoint</Application>
  <PresentationFormat>Geniş ekran</PresentationFormat>
  <Paragraphs>0</Paragraphs>
  <Slides>6</Slides>
  <Notes>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3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Teması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enes örnek</dc:creator>
  <cp:lastModifiedBy>enes örnek</cp:lastModifiedBy>
  <cp:revision>1</cp:revision>
  <dcterms:created xsi:type="dcterms:W3CDTF">2025-12-17T15:25:01Z</dcterms:created>
  <dcterms:modified xsi:type="dcterms:W3CDTF">2025-12-17T15:29:22Z</dcterms:modified>
</cp:coreProperties>
</file>